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50" r:id="rId1"/>
  </p:sldMasterIdLst>
  <p:notesMasterIdLst>
    <p:notesMasterId r:id="rId40"/>
  </p:notesMasterIdLst>
  <p:handoutMasterIdLst>
    <p:handoutMasterId r:id="rId41"/>
  </p:handoutMasterIdLst>
  <p:sldIdLst/>
  <p:sldSz cx="9144000" cy="6858000" type="screen4x3"/>
  <p:notesSz cx="6797675" cy="9926638"/>
  <p:embeddedFontLst>
    <p:embeddedFont>
      <p:font typeface="微軟正黑體" panose="020B0604030504040204" pitchFamily="34" charset="-120"/>
      <p:regular r:id="rId42"/>
      <p:bold r:id="rId43"/>
    </p:embeddedFont>
    <p:embeddedFont>
      <p:font typeface="微軟正黑體" panose="020B0604030504040204" pitchFamily="34" charset="-120"/>
      <p:regular r:id="rId42"/>
      <p:bold r:id="rId43"/>
    </p:embeddedFont>
  </p:embeddedFontLst>
  <p:custDataLst>
    <p:tags r:id="rId4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680">
          <p15:clr>
            <a:srgbClr val="A4A3A4"/>
          </p15:clr>
        </p15:guide>
        <p15:guide id="2" pos="290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6" autoAdjust="0"/>
    <p:restoredTop sz="94694"/>
  </p:normalViewPr>
  <p:slideViewPr>
    <p:cSldViewPr snapToGrid="0">
      <p:cViewPr varScale="1">
        <p:scale>
          <a:sx n="103" d="100"/>
          <a:sy n="103" d="100"/>
        </p:scale>
        <p:origin x="768" y="472"/>
      </p:cViewPr>
      <p:guideLst>
        <p:guide orient="horz" pos="3680"/>
        <p:guide pos="2903"/>
      </p:guideLst>
    </p:cSldViewPr>
  </p:slideViewPr>
  <p:outlineViewPr>
    <p:cViewPr>
      <p:scale>
        <a:sx n="33" d="100"/>
        <a:sy n="33" d="100"/>
      </p:scale>
      <p:origin x="0" y="-2234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29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font" Target="fonts/font1.fntdata"/><Relationship Id="rId43" Type="http://schemas.openxmlformats.org/officeDocument/2006/relationships/font" Target="fonts/font2.fntdata"/><Relationship Id="rId44" Type="http://schemas.openxmlformats.org/officeDocument/2006/relationships/tags" Target="tags/tag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B617FDF5-96AD-8925-F7AE-3531443D41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58" cy="4984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7C52898-B2EB-FC9E-E19F-92016FA8E1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530" y="1"/>
            <a:ext cx="2946058" cy="4984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13FCB-17C4-417E-BC8D-663B4CD1DEDE}" type="datetimeFigureOut">
              <a:rPr lang="zh-TW" altLang="en-US" smtClean="0"/>
              <a:t>2026/4/9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E35CFAE-8BD5-807B-7798-B9C553245C5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220"/>
            <a:ext cx="2946058" cy="4984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48CA799-0183-1871-25A4-40A9FE5512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530" y="9428220"/>
            <a:ext cx="2946058" cy="4984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37917-9E1D-428A-92AE-766B87C920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222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5" y="3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8" y="3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68400" y="1243013"/>
            <a:ext cx="4460875" cy="3346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77198"/>
            <a:ext cx="543814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5" y="9428587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8" y="9428587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468316" y="365127"/>
            <a:ext cx="8047037" cy="854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468316" y="1346204"/>
            <a:ext cx="8207375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2425" algn="l">
              <a:lnSpc>
                <a:spcPct val="14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  <a:defRPr sz="195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4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14325" algn="l">
              <a:lnSpc>
                <a:spcPct val="14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lnSpc>
                <a:spcPct val="14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4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3"/>
          <p:cNvCxnSpPr/>
          <p:nvPr/>
        </p:nvCxnSpPr>
        <p:spPr>
          <a:xfrm>
            <a:off x="468316" y="1196975"/>
            <a:ext cx="8207375" cy="0"/>
          </a:xfrm>
          <a:prstGeom prst="straightConnector1">
            <a:avLst/>
          </a:prstGeom>
          <a:noFill/>
          <a:ln w="57150" cap="flat" cmpd="sng">
            <a:solidFill>
              <a:srgbClr val="9CC2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3869384" y="6350918"/>
            <a:ext cx="14052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FB05E3D-DD9D-327F-9CC1-C3C4C526C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29728" y="6303970"/>
            <a:ext cx="1255931" cy="380236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標題投影片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3869384" y="6350918"/>
            <a:ext cx="14052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78589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tags" Target="../tags/tag2.xml"/><Relationship Id="rId5" Type="http://schemas.openxmlformats.org/officeDocument/2006/relationships/image" Target="../media/image1.jpg"/><Relationship Id="rId6" Type="http://schemas.openxmlformats.org/officeDocument/2006/relationships/oleObject" Target="../embeddings/oleObject1.bin"/><Relationship Id="rId7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5">
            <a:alphaModFix amt="95000"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7DE8590-AE8D-A83F-E8FD-7B6913858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2128502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DE8590-AE8D-A83F-E8FD-7B6913858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/>
          <p:nvPr/>
        </p:nvSpPr>
        <p:spPr>
          <a:xfrm>
            <a:off x="35499" y="6347950"/>
            <a:ext cx="3404093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zh-TW" sz="1875" b="1" i="0" u="none" strike="noStrike" cap="none">
                <a:solidFill>
                  <a:srgbClr val="1B72A2"/>
                </a:solidFill>
                <a:latin typeface="Calibri"/>
                <a:ea typeface="Calibri"/>
                <a:cs typeface="Calibri"/>
                <a:sym typeface="Calibri"/>
              </a:rPr>
              <a:t>藍濤亞洲 </a:t>
            </a:r>
            <a:r>
              <a:rPr lang="zh-TW" sz="1875" b="1" i="0" u="none" strike="noStrike" cap="non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FCC Partners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5499" y="6347950"/>
            <a:ext cx="3404093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zh-TW" sz="1875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藍濤亞洲 </a:t>
            </a:r>
            <a:r>
              <a:rPr lang="zh-TW" sz="1875" b="1" i="0" u="none" strike="noStrike" cap="none">
                <a:solidFill>
                  <a:srgbClr val="A6A6A6"/>
                </a:solidFill>
                <a:latin typeface="Calibri"/>
                <a:ea typeface="Calibri"/>
                <a:cs typeface="Calibri"/>
                <a:sym typeface="Calibri"/>
              </a:rPr>
              <a:t>FCC Partners</a:t>
            </a:r>
            <a:endParaRPr sz="18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3869384" y="6350918"/>
            <a:ext cx="14052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佈景主題1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3156</TotalTime>
  <Words>1749</Words>
  <Application>Microsoft Macintosh PowerPoint</Application>
  <PresentationFormat>如螢幕大小 (4:3)</PresentationFormat>
  <Paragraphs>332</Paragraphs>
  <Slides>38</Slides>
  <Notes>36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6" baseType="lpstr">
      <vt:lpstr>SymbolMT</vt:lpstr>
      <vt:lpstr>微軟正黑體</vt:lpstr>
      <vt:lpstr>微軟正黑體</vt:lpstr>
      <vt:lpstr>MicrosoftJhengHeiBold</vt:lpstr>
      <vt:lpstr>Arial</vt:lpstr>
      <vt:lpstr>Calibri</vt:lpstr>
      <vt:lpstr>2_佈景主題1</vt:lpstr>
      <vt:lpstr>think-cell Slide</vt:lpstr>
      <vt:lpstr> </vt:lpstr>
      <vt:lpstr>智慧製造的定義</vt:lpstr>
      <vt:lpstr>智慧製造的未來</vt:lpstr>
      <vt:lpstr>機器人技術對智慧製造的影響</vt:lpstr>
      <vt:lpstr>中國大陸的智慧製造 – 核心政策</vt:lpstr>
      <vt:lpstr>中國大陸的智慧製造 – 發展區域</vt:lpstr>
      <vt:lpstr>中國大陸的智慧製造 – 技術現況</vt:lpstr>
      <vt:lpstr>智慧製造成功關鍵</vt:lpstr>
      <vt:lpstr>智慧製造通常的瓶頸</vt:lpstr>
      <vt:lpstr>去全球化對製造的衝擊</vt:lpstr>
      <vt:lpstr>能源對供應鏈的重要性</vt:lpstr>
      <vt:lpstr>物流對智慧製造的影響</vt:lpstr>
      <vt:lpstr>數位孿生在智慧製造的應用</vt:lpstr>
      <vt:lpstr>台中市智慧製造案例</vt:lpstr>
      <vt:lpstr>富士康的關燈工廠</vt:lpstr>
      <vt:lpstr>未來智慧製造新技術</vt:lpstr>
      <vt:lpstr>未來全球製造中心</vt:lpstr>
      <vt:lpstr>全球供應在地服務快速交付</vt:lpstr>
      <vt:lpstr>臺灣（中部地區）企業面臨的困境</vt:lpstr>
      <vt:lpstr>黃仁勳 CES 演講「實體AI」對中部企業意義</vt:lpstr>
      <vt:lpstr>台美雙「創新場域」Dual Sand Box 設計</vt:lpstr>
      <vt:lpstr>實驗場域 (Sandbox) 對台灣企業的重要性</vt:lpstr>
      <vt:lpstr>美國實驗場域 (Sandbox) ：Curiosity Lab</vt:lpstr>
      <vt:lpstr>加入 Taiwan Robotics Hub 的好處</vt:lpstr>
      <vt:lpstr>越南實驗場域(Sandbox)：Georgia Tech SOVICO 創新中心</vt:lpstr>
      <vt:lpstr>黃仁勳：Physical AI（實體AI） 的時代已來臨</vt:lpstr>
      <vt:lpstr>黃仁勳：台灣應投資AI生態系</vt:lpstr>
      <vt:lpstr>中國智慧製造近年發展</vt:lpstr>
      <vt:lpstr>美國製造的挑戰</vt:lpstr>
      <vt:lpstr>中國製造全球佈局分析</vt:lpstr>
      <vt:lpstr>美國半導體製造成功關鍵</vt:lpstr>
      <vt:lpstr>德國製造為何沒落</vt:lpstr>
      <vt:lpstr>日本製造業前景</vt:lpstr>
      <vt:lpstr>日本重振半導體產業的計劃</vt:lpstr>
      <vt:lpstr>台中精密機械的挑戰</vt:lpstr>
      <vt:lpstr>台中製造業的關鍵詞</vt:lpstr>
      <vt:lpstr>台灣企業四個思考角度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葉品良</dc:creator>
  <cp:lastModifiedBy>鈞傑 張</cp:lastModifiedBy>
  <cp:revision>153</cp:revision>
  <cp:lastPrinted>2026-03-05T06:43:08Z</cp:lastPrinted>
  <dcterms:modified xsi:type="dcterms:W3CDTF">2026-04-09T02:13:39Z</dcterms:modified>
</cp:coreProperties>
</file>